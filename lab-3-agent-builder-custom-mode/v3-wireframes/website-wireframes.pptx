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5E3B-3F26-DB92-55A5-3782406A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1755-2E0B-76E8-9223-0F3FBA09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FF11-AC00-F422-BDA4-824EE78F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2480-0F4E-2393-269B-F87102C1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EED-97D5-B43C-7590-F67B6012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E08E-AEEB-42A2-2153-A6E47957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CF42-321E-3BA1-36E0-0E2C6786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89F5-08B4-7AF0-4CF5-98CAFF2C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1374-077A-D0BA-5366-BACF23F2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4EB-0C49-C6C0-07E7-D654E951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C25-C08E-71A5-1E80-881747B8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1B0B-58B1-2348-3CE2-7CC026E6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E-01AE-246C-DB81-5ACE96EF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4E-D85D-65C5-F99A-024DE095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E5C3-0069-2D1D-E3BA-C6E72CFD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DC6B-10F9-4989-67A4-DC629695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ADF3-BC20-0D85-6C1E-DE6A162B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9E10-E717-0016-8EE9-D99EA718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D997-8450-AB63-1DCF-F7D97EF0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0618-6F15-D4B9-216C-1D50D71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C6A7-83DF-CB80-18F4-AA6EDCD1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9A9-9E3A-4996-EAF8-ADED1E60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E23D-06F3-14C0-8AA7-7D1AD167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6850-1A36-C32F-EDF7-3AF4C6C2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BECF4-5E2E-B0CF-3CBA-01BDF656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EAEB2-F114-C606-3978-D91C2E5B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D59B-B64B-70D3-1597-683F9FDE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0B763-E599-71B0-3C50-FA0FA37E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FA9AF-4E41-04DC-8DA7-8E14270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05C-B1AD-3462-F53C-74D24C3A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D9B4F-2372-D7C8-F2BB-BCAA14C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6B90-9D2D-FCDE-2FF8-099D93B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1514-26A7-49CE-7C56-78B311D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80ED8-E96A-5409-B0B6-E2BB4A7B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0A7E5-6A14-EBF0-7D4D-B2073770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3746-87D4-59E6-D94C-1CBD6010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D21C-3A00-6912-E469-57969448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C490-F1B8-3191-E298-F9DAF680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9FCA-BFA8-D6F0-E7C7-CEE811A8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3EEC-645E-0CA6-94EF-8DE7972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83BF0-A849-4F50-1480-C3E6DAC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CEE1-604D-70BF-D902-B061708B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6DA-A741-5142-D729-9438A3A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D9DAD-BE17-D65B-31F7-FB34E0292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520D-9A08-F74B-0429-9EEFB7D7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4972-7968-2995-2A23-322931D5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FAF7-ABF7-EA48-16FD-4AF5084E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E3C6C-F37E-058D-F2C9-1B363DAE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530-14A5-1B3E-6143-397A18D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AC72-59F2-1429-6EFB-C9BB9834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D347-C110-3EBE-15E2-59CAC7C0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252D-851D-22FE-D08A-0019F3D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74DF-8E98-7C5E-7812-4FA2C14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14553-D4E3-5726-7FFE-F42DCF67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11A0-B29F-A612-C730-A9E08B34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773A-6A95-8154-22A7-83B72CEE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132C-D2DF-C643-71FC-F48260C9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104A-0F81-5C34-936A-D79C4C12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C4BDB-36C7-D629-3E15-24AEA47C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3834-CECD-A0C3-673A-557E605D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34643-8E74-B5BD-831F-4433C041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4C8C-9162-33B8-4A39-9CDEA685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00F2-E607-0AD2-CEDD-2580B160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C44B-97DF-1C20-2E36-94DEEEE6A86E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B5130-3E36-ABD9-6367-26E4032AE702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576DBED-DB40-CC6C-5B0B-DAB861979963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0AB28-BD3B-4A0A-E763-FA12E7B34224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about</a:t>
            </a:r>
            <a:r>
              <a:rPr lang="en-US" dirty="0"/>
              <a:t>  | dashboards |  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009D0-F94C-78AD-67CF-CF0BB8E4EF8F}"/>
              </a:ext>
            </a:extLst>
          </p:cNvPr>
          <p:cNvSpPr txBox="1"/>
          <p:nvPr/>
        </p:nvSpPr>
        <p:spPr>
          <a:xfrm>
            <a:off x="705080" y="1715476"/>
            <a:ext cx="573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Our Data</a:t>
            </a:r>
          </a:p>
          <a:p>
            <a:r>
              <a:rPr lang="en-US" dirty="0"/>
              <a:t>Dataset description goes here</a:t>
            </a:r>
          </a:p>
          <a:p>
            <a:endParaRPr lang="en-US" dirty="0"/>
          </a:p>
          <a:p>
            <a:r>
              <a:rPr lang="en-US" dirty="0"/>
              <a:t>---------------</a:t>
            </a:r>
          </a:p>
          <a:p>
            <a:endParaRPr lang="en-US" dirty="0"/>
          </a:p>
          <a:p>
            <a:r>
              <a:rPr lang="en-US" dirty="0"/>
              <a:t>List of use cases and their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38BD1-AA5A-68E1-BCB6-8C3E7D4B5D49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9269096D-7936-8BB2-D22C-1E0311CC51F5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E513-A04C-849F-9904-678E5232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A846B-5024-3502-0E24-E30DB32261AD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C428F-3D18-CE21-B41B-F79B7F8AF7D6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8C8E6C3-5686-86CF-D738-7D10EB16FFC0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DDAED-3584-E656-B24F-A53CE3F8990B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</a:t>
            </a:r>
            <a:r>
              <a:rPr lang="en-US" dirty="0">
                <a:solidFill>
                  <a:schemeClr val="accent4"/>
                </a:solidFill>
              </a:rPr>
              <a:t>dashboards</a:t>
            </a:r>
            <a:r>
              <a:rPr lang="en-US" dirty="0"/>
              <a:t> |  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87AB4-5943-5080-225A-634F36B4C812}"/>
              </a:ext>
            </a:extLst>
          </p:cNvPr>
          <p:cNvSpPr txBox="1"/>
          <p:nvPr/>
        </p:nvSpPr>
        <p:spPr>
          <a:xfrm>
            <a:off x="70508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A31BC6-D987-F961-2CDC-66F9AA18C768}"/>
              </a:ext>
            </a:extLst>
          </p:cNvPr>
          <p:cNvSpPr txBox="1"/>
          <p:nvPr/>
        </p:nvSpPr>
        <p:spPr>
          <a:xfrm>
            <a:off x="4550571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F8978-8CE8-278E-ACD0-209CA3B01558}"/>
              </a:ext>
            </a:extLst>
          </p:cNvPr>
          <p:cNvSpPr txBox="1"/>
          <p:nvPr/>
        </p:nvSpPr>
        <p:spPr>
          <a:xfrm>
            <a:off x="862153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B7090-FD0D-C22E-961D-EE9E4B5BE339}"/>
              </a:ext>
            </a:extLst>
          </p:cNvPr>
          <p:cNvSpPr txBox="1"/>
          <p:nvPr/>
        </p:nvSpPr>
        <p:spPr>
          <a:xfrm>
            <a:off x="70508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EEECA-0E17-58E1-8532-FE1FAB05FD98}"/>
              </a:ext>
            </a:extLst>
          </p:cNvPr>
          <p:cNvSpPr txBox="1"/>
          <p:nvPr/>
        </p:nvSpPr>
        <p:spPr>
          <a:xfrm>
            <a:off x="4550571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05A00-9183-8EC0-4654-6517367568FE}"/>
              </a:ext>
            </a:extLst>
          </p:cNvPr>
          <p:cNvSpPr txBox="1"/>
          <p:nvPr/>
        </p:nvSpPr>
        <p:spPr>
          <a:xfrm>
            <a:off x="862153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F7B70-9196-9862-2570-367054191C8D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7AC043-4797-A8A8-AAB3-2C8D4C482B7A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8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2CAA-E5A8-C607-EE26-9B69354C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9F2A80-80C7-41A8-A0EC-46A75467FD62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B3E8F-95DA-9D32-A8FC-D543103651FA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AB6ACA0-9EDD-2424-0934-24F396F1E39F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DCAAE-382E-8D80-68E5-6C2A4DC9E702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dashboards |  </a:t>
            </a:r>
            <a:r>
              <a:rPr lang="en-US" dirty="0">
                <a:solidFill>
                  <a:schemeClr val="accent4"/>
                </a:solidFill>
              </a:rPr>
              <a:t>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08434-FC9F-54FE-365D-B4D818B0CACF}"/>
              </a:ext>
            </a:extLst>
          </p:cNvPr>
          <p:cNvSpPr txBox="1"/>
          <p:nvPr/>
        </p:nvSpPr>
        <p:spPr>
          <a:xfrm>
            <a:off x="705080" y="1715476"/>
            <a:ext cx="57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F2764A-A3AA-5812-D59B-EFE7C50E328E}"/>
              </a:ext>
            </a:extLst>
          </p:cNvPr>
          <p:cNvSpPr txBox="1"/>
          <p:nvPr/>
        </p:nvSpPr>
        <p:spPr>
          <a:xfrm>
            <a:off x="705080" y="2200218"/>
            <a:ext cx="57332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placeholder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C5DC6-A580-B987-7862-1DD1A888187F}"/>
              </a:ext>
            </a:extLst>
          </p:cNvPr>
          <p:cNvSpPr txBox="1"/>
          <p:nvPr/>
        </p:nvSpPr>
        <p:spPr>
          <a:xfrm>
            <a:off x="6667469" y="2200218"/>
            <a:ext cx="158718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FF8EA3D3-4D66-8C46-CD8E-599EE085CBC9}"/>
              </a:ext>
            </a:extLst>
          </p:cNvPr>
          <p:cNvSpPr/>
          <p:nvPr/>
        </p:nvSpPr>
        <p:spPr>
          <a:xfrm rot="10800000">
            <a:off x="6027308" y="2302443"/>
            <a:ext cx="302848" cy="188878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89EED-C283-32AE-1FDD-05A6A9E58BAA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34824AB1-DEFE-E599-2D67-67540A17292E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3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STEVENS</dc:creator>
  <cp:lastModifiedBy>ANTHONY STEVENS</cp:lastModifiedBy>
  <cp:revision>5</cp:revision>
  <dcterms:created xsi:type="dcterms:W3CDTF">2026-03-15T20:24:17Z</dcterms:created>
  <dcterms:modified xsi:type="dcterms:W3CDTF">2026-03-25T03:50:14Z</dcterms:modified>
</cp:coreProperties>
</file>