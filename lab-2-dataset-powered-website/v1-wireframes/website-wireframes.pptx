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5E3B-3F26-DB92-55A5-3782406A6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11755-2E0B-76E8-9223-0F3FBA098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2FF11-AC00-F422-BDA4-824EE78F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72480-0F4E-2393-269B-F87102C1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1EED-97D5-B43C-7590-F67B6012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6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E08E-AEEB-42A2-2153-A6E47957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5CF42-321E-3BA1-36E0-0E2C6786C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89F5-08B4-7AF0-4CF5-98CAFF2C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1374-077A-D0BA-5366-BACF23F2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4A4EB-0C49-C6C0-07E7-D654E951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8C25-C08E-71A5-1E80-881747B8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81B0B-58B1-2348-3CE2-7CC026E6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D31EE-01AE-246C-DB81-5ACE96EF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A324E-D85D-65C5-F99A-024DE095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E5C3-0069-2D1D-E3BA-C6E72CFD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DC6B-10F9-4989-67A4-DC629695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ADF3-BC20-0D85-6C1E-DE6A162B1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09E10-E717-0016-8EE9-D99EA7187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BD997-8450-AB63-1DCF-F7D97EF0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10618-6F15-D4B9-216C-1D50D716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BC6A7-83DF-CB80-18F4-AA6EDCD1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4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19A9-9E3A-4996-EAF8-ADED1E60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E23D-06F3-14C0-8AA7-7D1AD1670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36850-1A36-C32F-EDF7-3AF4C6C2C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9BECF4-5E2E-B0CF-3CBA-01BDF656A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EAEB2-F114-C606-3978-D91C2E5BF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8D59B-B64B-70D3-1597-683F9FDE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0B763-E599-71B0-3C50-FA0FA37E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FA9AF-4E41-04DC-8DA7-8E14270A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36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F05C-B1AD-3462-F53C-74D24C3A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D9B4F-2372-D7C8-F2BB-BCAA14C9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16B90-9D2D-FCDE-2FF8-099D93B7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91514-26A7-49CE-7C56-78B311D7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7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F80ED8-E96A-5409-B0B6-E2BB4A7B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0A7E5-6A14-EBF0-7D4D-B2073770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43746-87D4-59E6-D94C-1CBD6010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9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D21C-3A00-6912-E469-57969448A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C490-F1B8-3191-E298-F9DAF680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69FCA-BFA8-D6F0-E7C7-CEE811A80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D3EEC-645E-0CA6-94EF-8DE79728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83BF0-A849-4F50-1480-C3E6DAC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4CEE1-604D-70BF-D902-B061708B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0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D6DA-A741-5142-D729-9438A3A0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D9DAD-BE17-D65B-31F7-FB34E0292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A520D-9A08-F74B-0429-9EEFB7D7A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F4972-7968-2995-2A23-322931D5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CFAF7-ABF7-EA48-16FD-4AF5084E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E3C6C-F37E-058D-F2C9-1B363DAE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9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B530-14A5-1B3E-6143-397A18DF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FAC72-59F2-1429-6EFB-C9BB98344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D347-C110-3EBE-15E2-59CAC7C0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252D-851D-22FE-D08A-0019F3DE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074DF-8E98-7C5E-7812-4FA2C147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35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14553-D4E3-5726-7FFE-F42DCF675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F11A0-B29F-A612-C730-A9E08B344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773A-6A95-8154-22A7-83B72CEE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8132C-D2DF-C643-71FC-F48260C9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0104A-0F81-5C34-936A-D79C4C12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5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C4BDB-36C7-D629-3E15-24AEA47C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73834-CECD-A0C3-673A-557E605D2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34643-8E74-B5BD-831F-4433C0413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D36DA-D73A-7F4F-ACE9-ACC14D75FFB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94C8C-9162-33B8-4A39-9CDEA685D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00F2-E607-0AD2-CEDD-2580B160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C44B-97DF-1C20-2E36-94DEEEE6A86E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B5130-3E36-ABD9-6367-26E4032AE702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D576DBED-DB40-CC6C-5B0B-DAB861979963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0AB28-BD3B-4A0A-E763-FA12E7B34224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about</a:t>
            </a:r>
            <a:r>
              <a:rPr lang="en-US" dirty="0"/>
              <a:t>  | dashboards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009D0-F94C-78AD-67CF-CF0BB8E4EF8F}"/>
              </a:ext>
            </a:extLst>
          </p:cNvPr>
          <p:cNvSpPr txBox="1"/>
          <p:nvPr/>
        </p:nvSpPr>
        <p:spPr>
          <a:xfrm>
            <a:off x="705080" y="1715476"/>
            <a:ext cx="57332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Our Data</a:t>
            </a:r>
          </a:p>
          <a:p>
            <a:r>
              <a:rPr lang="en-US" dirty="0"/>
              <a:t>Dataset description goes here</a:t>
            </a:r>
          </a:p>
          <a:p>
            <a:endParaRPr lang="en-US" dirty="0"/>
          </a:p>
          <a:p>
            <a:r>
              <a:rPr lang="en-US" dirty="0"/>
              <a:t>---------------</a:t>
            </a:r>
          </a:p>
          <a:p>
            <a:endParaRPr lang="en-US" dirty="0"/>
          </a:p>
          <a:p>
            <a:r>
              <a:rPr lang="en-US" dirty="0"/>
              <a:t>List of use cases and their descriptions</a:t>
            </a:r>
          </a:p>
        </p:txBody>
      </p:sp>
    </p:spTree>
    <p:extLst>
      <p:ext uri="{BB962C8B-B14F-4D97-AF65-F5344CB8AC3E}">
        <p14:creationId xmlns:p14="http://schemas.microsoft.com/office/powerpoint/2010/main" val="3568891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E513-A04C-849F-9904-678E5232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4A846B-5024-3502-0E24-E30DB32261AD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EC428F-3D18-CE21-B41B-F79B7F8AF7D6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38C8E6C3-5686-86CF-D738-7D10EB16FFC0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0DDAED-3584-E656-B24F-A53CE3F8990B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 | </a:t>
            </a:r>
            <a:r>
              <a:rPr lang="en-US" dirty="0">
                <a:solidFill>
                  <a:schemeClr val="accent4"/>
                </a:solidFill>
              </a:rPr>
              <a:t>dashboards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87AB4-5943-5080-225A-634F36B4C812}"/>
              </a:ext>
            </a:extLst>
          </p:cNvPr>
          <p:cNvSpPr txBox="1"/>
          <p:nvPr/>
        </p:nvSpPr>
        <p:spPr>
          <a:xfrm>
            <a:off x="705080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A31BC6-D987-F961-2CDC-66F9AA18C768}"/>
              </a:ext>
            </a:extLst>
          </p:cNvPr>
          <p:cNvSpPr txBox="1"/>
          <p:nvPr/>
        </p:nvSpPr>
        <p:spPr>
          <a:xfrm>
            <a:off x="4550571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F8978-8CE8-278E-ACD0-209CA3B01558}"/>
              </a:ext>
            </a:extLst>
          </p:cNvPr>
          <p:cNvSpPr txBox="1"/>
          <p:nvPr/>
        </p:nvSpPr>
        <p:spPr>
          <a:xfrm>
            <a:off x="8621530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B7090-FD0D-C22E-961D-EE9E4B5BE339}"/>
              </a:ext>
            </a:extLst>
          </p:cNvPr>
          <p:cNvSpPr txBox="1"/>
          <p:nvPr/>
        </p:nvSpPr>
        <p:spPr>
          <a:xfrm>
            <a:off x="705080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EEECA-0E17-58E1-8532-FE1FAB05FD98}"/>
              </a:ext>
            </a:extLst>
          </p:cNvPr>
          <p:cNvSpPr txBox="1"/>
          <p:nvPr/>
        </p:nvSpPr>
        <p:spPr>
          <a:xfrm>
            <a:off x="4550571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05A00-9183-8EC0-4654-6517367568FE}"/>
              </a:ext>
            </a:extLst>
          </p:cNvPr>
          <p:cNvSpPr txBox="1"/>
          <p:nvPr/>
        </p:nvSpPr>
        <p:spPr>
          <a:xfrm>
            <a:off x="8621530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6</a:t>
            </a:r>
          </a:p>
        </p:txBody>
      </p:sp>
    </p:spTree>
    <p:extLst>
      <p:ext uri="{BB962C8B-B14F-4D97-AF65-F5344CB8AC3E}">
        <p14:creationId xmlns:p14="http://schemas.microsoft.com/office/powerpoint/2010/main" val="1971655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STEVENS</dc:creator>
  <cp:lastModifiedBy>ANTHONY STEVENS</cp:lastModifiedBy>
  <cp:revision>3</cp:revision>
  <dcterms:created xsi:type="dcterms:W3CDTF">2026-03-15T20:24:17Z</dcterms:created>
  <dcterms:modified xsi:type="dcterms:W3CDTF">2026-03-21T17:22:10Z</dcterms:modified>
</cp:coreProperties>
</file>